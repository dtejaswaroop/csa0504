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Architecture, Data Models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/ EER Modeling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— Course Outcome CO1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 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Tool:  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AT3 — Technical Presentation (Low)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Weightage:  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608076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6080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 Venkata Swaroop.D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192565098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course-outcome questions on DBMS architecture and ER/EER modeling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4650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6824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682496"/>
            <a:ext cx="6720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System — entities, attributes &amp; relationships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791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6151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615184"/>
            <a:ext cx="6720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specialization — University case study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547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3547872"/>
            <a:ext cx="6720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vs. physical independence in the ANSI-SPARC architecture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5445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44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4480560"/>
            <a:ext cx="6720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 &amp; transaction manager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3095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47725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77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5413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 Weak Entities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5413248"/>
            <a:ext cx="6720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and real-world examples in ER modeling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ER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 System — Building Blocks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object with independent existence.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37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Member, Author, Librarian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628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that describes an entity.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26280" y="33375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337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 ISBN, Title, Edition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7532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 that links two or more entities.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75320" y="33375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337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Borrows Book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used in this ER diagram: rectangle = entity · oval = attribute · diamond = relationship · line = connection, with (1) / (M) marking cardinality.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ER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Diagram: Online Library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5544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77640" y="1463040"/>
            <a:ext cx="15544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77640" y="4160520"/>
            <a:ext cx="15544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4160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52360" y="2788920"/>
            <a:ext cx="17373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788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31720" y="2697480"/>
            <a:ext cx="1280160" cy="73152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6974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2880360"/>
            <a:ext cx="1005840" cy="64008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8803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697480"/>
            <a:ext cx="1097280" cy="73152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697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57400" y="3063240"/>
            <a:ext cx="274320" cy="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2788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11880" y="3063240"/>
            <a:ext cx="365760" cy="-4114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788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0" cy="8686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2331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0" cy="6400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794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3063240"/>
            <a:ext cx="822960" cy="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788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3063240"/>
            <a:ext cx="274320" cy="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788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" y="1463040"/>
            <a:ext cx="1234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" y="1463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 (PK)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" y="2103120"/>
            <a:ext cx="1234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" y="2103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" y="1965960"/>
            <a:ext cx="347472" cy="82296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2606040"/>
            <a:ext cx="347472" cy="1828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320040"/>
            <a:ext cx="1234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320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(PK)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23560" y="594360"/>
            <a:ext cx="1234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5943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23560" y="1234440"/>
            <a:ext cx="1234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12344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36008" y="822960"/>
            <a:ext cx="118872" cy="6400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4960" y="685800"/>
            <a:ext cx="-640080" cy="8686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94960" y="1371600"/>
            <a:ext cx="-640080" cy="36576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4892040"/>
            <a:ext cx="1234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4892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 (PK)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23560" y="4892040"/>
            <a:ext cx="1234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4892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36008" y="4892040"/>
            <a:ext cx="118872" cy="-1828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2160" y="4892040"/>
            <a:ext cx="-731520" cy="-18288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18320" y="1920240"/>
            <a:ext cx="14173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18320" y="19202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 (PK)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418320" y="4023360"/>
            <a:ext cx="14173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320" y="40233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ShiftTiming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098280" y="2880360"/>
            <a:ext cx="320040" cy="-68580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98280" y="3246120"/>
            <a:ext cx="320040" cy="96012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borrows BOOK (M:M) · BOOK written by AUTHOR (M:1) · LIBRARIAN manages BOOK (1:M)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EER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&amp; Specialization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 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process: a higher-level entity (superclass) is divided into distinct lower-level entities (subclasses) that share the superclass's attributes but also carry their own.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 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process: two or more lower-level entities with common attributes are combined to form a single higher-level superclass entity.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inherit all attributes and relationships of the superclass.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41605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/ Overlap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51960" y="45720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of the superclass may belong to only one, or more than one, subclass.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41605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5820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Partial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01000" y="45720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requires every superclass member to belong to a subclass; partial does not.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EER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Diagram: University Case Study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37760" y="1554480"/>
            <a:ext cx="2286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54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 (PK) · Name · Address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32120" y="2606040"/>
            <a:ext cx="1097280" cy="548640"/>
          </a:xfrm>
          <a:prstGeom prst="triangle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3182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(disjoint, partial)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0" cy="45720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3154680"/>
            <a:ext cx="4114800" cy="50292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657600"/>
            <a:ext cx="2286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EnrollmentNo · Major · GPA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0" cy="50292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657600"/>
            <a:ext cx="2286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5488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EmployeeNo · Dept · Salary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95560" y="3154680"/>
            <a:ext cx="-4114800" cy="50292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3657600"/>
            <a:ext cx="2286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6968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EmployeeNo · Position · Shift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230368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specializes into exactly one of STUDENT, FACULTY, or STAFF (disjoint, partial specialization). Each subclass inherits PersonID, Name and Address from PERSON, then adds its own role-specific attributes — this is the essence of the EER model beyond the basic ER model.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Data Independence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vs. Physical Data Independence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to change the conceptual (logical) schema — e.g. adding a new entity or attribute — without altering external views or application programs.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48920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490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achieve — schema changes ripple toward views more easily than toward storage.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adding a Membership-Type column to the Member table does not break existing queries on Member.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to change the internal (physical) schema — storage structures, file organization, indexing — without altering the conceptual schema.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3611880"/>
            <a:ext cx="48920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490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achieve — storage details are well isolated beneath the conceptual layer.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7960" y="44348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switching a table's storage from a heap file to a B+ tree index does not require rewriting queries.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Data Independence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 in the Three-Level DBMS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63040" y="16916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8013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737360" y="216712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views (e.g. Member view, Librarian view)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63040" y="30632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3172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737360" y="353872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logical schema — entities, attributes, relationships, constraints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63040" y="44348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4544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37360" y="491032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— file structures, indexes, access paths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2651760"/>
            <a:ext cx="0" cy="41148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4023360"/>
            <a:ext cx="0" cy="41148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09560" y="187452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92440" y="23317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external views from changes made at the conceptual level.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352044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639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92440" y="397764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the conceptual level from changes made at the internal level.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63040" y="55778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mappings between the three levels let the schema evolve at one layer while insulating the layers above it — reducing maintenance cost and protecting applications from change.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DBMS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of a DBMS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11201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User  →  DDL &amp; DML Interface  →  DBMS Engine  →  Physical Database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validates and optimizes SQL statements; converts high-level queries into low-level instructions the storage manager can execute.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7889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3063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429768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 on disk — buffer, file and index management — and provides the interface between stored data and queries/transactions.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27889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ACID properties: coordinates concurrent execution, controls concurrency, and manages recovery after failure.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DBMS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Components Work Together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B5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109728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9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94760" y="1819656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interpreter · DML compiler · Query optimizer · Embedded-DML pre-compiler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B5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108960"/>
            <a:ext cx="109728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36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4760" y="3236976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 · File manager · Authorization &amp; integrity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B5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526280"/>
            <a:ext cx="109728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542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SUB-PARTS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4654296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Concurrency-control manager · Recovery manager · Log manager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components implement the DBMS's core promise: reliable, efficient, concurrent access to consistent data.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Strong vs. Weak Entities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Entities vs. Weak Entities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4068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9164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6791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644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independently of other entities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1056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43616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Single-lined rectangle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9469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520293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(EmpID as PK)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91640"/>
            <a:ext cx="544068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9164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37960" y="26791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key of its own — uses a partial key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2644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3520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an identifying (owner) strong entity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1056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37960" y="43616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Double-lined rectangle; identifying relationship is double diamond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49469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520293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(owned by EMPLOYEE)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Strong vs. Weak Entities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EMPLOYEE &amp; DEPENDENT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05840" y="2468880"/>
            <a:ext cx="2286000" cy="68580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68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 (PK) · Name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2377440"/>
            <a:ext cx="1554480" cy="868680"/>
          </a:xfrm>
          <a:prstGeom prst="diamond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1648" y="2468880"/>
            <a:ext cx="1335024" cy="68580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377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377440"/>
            <a:ext cx="246888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2487168"/>
            <a:ext cx="2249424" cy="64922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3774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0644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(partial key, underlined dashed) · Relationship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2816352"/>
            <a:ext cx="640080" cy="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514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816352"/>
            <a:ext cx="685800" cy="0"/>
          </a:xfrm>
          <a:prstGeom prst="line">
            <a:avLst/>
          </a:prstGeom>
          <a:noFill/>
          <a:ln w="15875">
            <a:solidFill>
              <a:srgbClr val="8A93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514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15968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DEPENDENT is weak: 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Dependent record (e.g. a child's name) is meaningless without knowing which EMPLOYEE they belong to. Its partial key (Name) becomes unique only when combined with the owner's EmpID — so DEPENDENT cannot exist in the database without a related EMPLOYEE row.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common examples — ORDER-ITEM (weak, owned by ORDER) · ROOM (weak, owned by BUILDING) · TRANSACTION-DETAIL (weak, owned by TRANSACTION)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135331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modeling captures a Library System through entities, attributes and relationships.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6858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677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2494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EER model adds generalization/specialization, letting a University's Person hierarchy inherit shared attributes.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685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6382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14553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data independence isolate schema layers so change at one level doesn't break another.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858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59936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0416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 and transaction manager are the core engine components of a DBMS.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956048"/>
            <a:ext cx="685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9560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937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entities stand alone with a primary key; weak entities depend on an owner entity via an identifying relationship.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CSA05 · CO1 Technical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· CSA05 · CO1 Technical Presentation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2026-07-25T07:42:53Z</dcterms:created>
  <dcterms:modified xsi:type="dcterms:W3CDTF">2026-07-25T07:42:53Z</dcterms:modified>
</cp:coreProperties>
</file>